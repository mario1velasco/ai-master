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Presentations Open blank seed</dc:title>
  <dc:subject>Blank slide seed; theme fonts and colors are applied by compile_deck.py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